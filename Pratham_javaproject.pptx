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theme/_rels/theme1.xml.rels" ContentType="application/vnd.openxmlformats-package.relationships+xml"/>
  <Override PartName="/ppt/media/image1.jpeg" ContentType="image/jpeg"/>
  <Override PartName="/ppt/media/image2.png" ContentType="image/png"/>
  <Override PartName="/ppt/media/image3.jpeg" ContentType="image/jpeg"/>
  <Override PartName="/ppt/media/image5.png" ContentType="image/png"/>
  <Override PartName="/ppt/media/image4.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0" name="Straight Connector 6"/>
          <p:cNvCxnSpPr/>
          <p:nvPr/>
        </p:nvCxnSpPr>
        <p:spPr>
          <a:xfrm flipV="1">
            <a:off x="761760" y="826200"/>
            <a:ext cx="360" cy="914760"/>
          </a:xfrm>
          <a:prstGeom prst="straightConnector1">
            <a:avLst/>
          </a:prstGeom>
          <a:ln w="19050">
            <a:solidFill>
              <a:srgbClr val="1cade4"/>
            </a:solidFill>
            <a:round/>
          </a:ln>
        </p:spPr>
      </p:cxnSp>
      <p:sp>
        <p:nvSpPr>
          <p:cNvPr id="1" name="Rectangle 9"/>
          <p:cNvSpPr/>
          <p:nvPr/>
        </p:nvSpPr>
        <p:spPr>
          <a:xfrm>
            <a:off x="0" y="0"/>
            <a:ext cx="12191760" cy="457164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 name="Oval 5"/>
          <p:cNvSpPr/>
          <p:nvPr/>
        </p:nvSpPr>
        <p:spPr>
          <a:xfrm>
            <a:off x="0" y="0"/>
            <a:ext cx="12191760" cy="4571640"/>
          </a:xfrm>
          <a:custGeom>
            <a:avLst/>
            <a:gdLst>
              <a:gd name="textAreaLeft" fmla="*/ 0 w 12191760"/>
              <a:gd name="textAreaRight" fmla="*/ 12192120 w 12191760"/>
              <a:gd name="textAreaTop" fmla="*/ 0 h 4571640"/>
              <a:gd name="textAreaBottom" fmla="*/ 4572000 h 457164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4" name="PlaceHolder 2"/>
          <p:cNvSpPr>
            <a:spLocks noGrp="1"/>
          </p:cNvSpPr>
          <p:nvPr>
            <p:ph type="dt" idx="1"/>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 name="PlaceHolder 3"/>
          <p:cNvSpPr>
            <a:spLocks noGrp="1"/>
          </p:cNvSpPr>
          <p:nvPr>
            <p:ph type="ftr" idx="2"/>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 name="PlaceHolder 4"/>
          <p:cNvSpPr>
            <a:spLocks noGrp="1"/>
          </p:cNvSpPr>
          <p:nvPr>
            <p:ph type="sldNum" idx="3"/>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7AD95698-645C-42CC-B826-58A0E2D4EEE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7" name="Straight Connector 7"/>
          <p:cNvCxnSpPr/>
          <p:nvPr/>
        </p:nvCxnSpPr>
        <p:spPr>
          <a:xfrm flipV="1">
            <a:off x="8386560" y="5263920"/>
            <a:ext cx="360" cy="914760"/>
          </a:xfrm>
          <a:prstGeom prst="straightConnector1">
            <a:avLst/>
          </a:prstGeom>
          <a:ln w="19050">
            <a:solidFill>
              <a:srgbClr val="1cade4">
                <a:lumMod val="75000"/>
              </a:srgbClr>
            </a:solidFill>
            <a:round/>
          </a:ln>
        </p:spPr>
      </p:cxn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8" name="Straight Connector 6"/>
          <p:cNvCxnSpPr/>
          <p:nvPr/>
        </p:nvCxnSpPr>
        <p:spPr>
          <a:xfrm flipV="1">
            <a:off x="761760" y="826200"/>
            <a:ext cx="360" cy="914760"/>
          </a:xfrm>
          <a:prstGeom prst="straightConnector1">
            <a:avLst/>
          </a:prstGeom>
          <a:ln w="19050">
            <a:solidFill>
              <a:srgbClr val="1cade4"/>
            </a:solidFill>
            <a:round/>
          </a:ln>
        </p:spPr>
      </p:cxnSp>
      <p:sp>
        <p:nvSpPr>
          <p:cNvPr id="9"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10" name="PlaceHolder 2"/>
          <p:cNvSpPr>
            <a:spLocks noGrp="1"/>
          </p:cNvSpPr>
          <p:nvPr>
            <p:ph type="body"/>
          </p:nvPr>
        </p:nvSpPr>
        <p:spPr>
          <a:xfrm>
            <a:off x="1024200" y="2286000"/>
            <a:ext cx="9719640" cy="402300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11" name="PlaceHolder 3"/>
          <p:cNvSpPr>
            <a:spLocks noGrp="1"/>
          </p:cNvSpPr>
          <p:nvPr>
            <p:ph type="dt" idx="4"/>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12" name="PlaceHolder 4"/>
          <p:cNvSpPr>
            <a:spLocks noGrp="1"/>
          </p:cNvSpPr>
          <p:nvPr>
            <p:ph type="ftr" idx="5"/>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3" name="PlaceHolder 5"/>
          <p:cNvSpPr>
            <a:spLocks noGrp="1"/>
          </p:cNvSpPr>
          <p:nvPr>
            <p:ph type="sldNum" idx="6"/>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8F3CB709-2560-4C80-93A4-A26D7012B91E}"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14" name="Straight Connector 6"/>
          <p:cNvCxnSpPr/>
          <p:nvPr/>
        </p:nvCxnSpPr>
        <p:spPr>
          <a:xfrm flipV="1">
            <a:off x="761760" y="826200"/>
            <a:ext cx="360" cy="914760"/>
          </a:xfrm>
          <a:prstGeom prst="straightConnector1">
            <a:avLst/>
          </a:prstGeom>
          <a:ln w="19050">
            <a:solidFill>
              <a:srgbClr val="1cade4"/>
            </a:solidFill>
            <a:round/>
          </a:ln>
        </p:spPr>
      </p:cxnSp>
      <p:sp>
        <p:nvSpPr>
          <p:cNvPr id="15" name="PlaceHolder 1"/>
          <p:cNvSpPr>
            <a:spLocks noGrp="1"/>
          </p:cNvSpPr>
          <p:nvPr>
            <p:ph type="title"/>
          </p:nvPr>
        </p:nvSpPr>
        <p:spPr>
          <a:xfrm>
            <a:off x="8724960" y="762120"/>
            <a:ext cx="2628720" cy="5409720"/>
          </a:xfrm>
          <a:prstGeom prst="rect">
            <a:avLst/>
          </a:prstGeom>
          <a:noFill/>
          <a:ln w="0">
            <a:noFill/>
          </a:ln>
        </p:spPr>
        <p:txBody>
          <a:bodyPr lIns="45720" rIns="45720" tIns="91440" bIns="91440" anchor="ctr" vert="eaVert">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16" name="PlaceHolder 2"/>
          <p:cNvSpPr>
            <a:spLocks noGrp="1"/>
          </p:cNvSpPr>
          <p:nvPr>
            <p:ph type="body"/>
          </p:nvPr>
        </p:nvSpPr>
        <p:spPr>
          <a:xfrm>
            <a:off x="990720" y="762120"/>
            <a:ext cx="7581600" cy="5409720"/>
          </a:xfrm>
          <a:prstGeom prst="rect">
            <a:avLst/>
          </a:prstGeom>
          <a:noFill/>
          <a:ln w="0">
            <a:noFill/>
          </a:ln>
        </p:spPr>
        <p:txBody>
          <a:bodyPr lIns="45720" rIns="45720" tIns="45720" bIns="45720" anchor="t" vert="eaVe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17" name="PlaceHolder 3"/>
          <p:cNvSpPr>
            <a:spLocks noGrp="1"/>
          </p:cNvSpPr>
          <p:nvPr>
            <p:ph type="dt" idx="7"/>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18" name="PlaceHolder 4"/>
          <p:cNvSpPr>
            <a:spLocks noGrp="1"/>
          </p:cNvSpPr>
          <p:nvPr>
            <p:ph type="ftr" idx="8"/>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19" name="PlaceHolder 5"/>
          <p:cNvSpPr>
            <a:spLocks noGrp="1"/>
          </p:cNvSpPr>
          <p:nvPr>
            <p:ph type="sldNum" idx="9"/>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6530C463-E6CC-4595-B62F-F1D0FCC620B8}"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20" name="Straight Connector 6"/>
          <p:cNvCxnSpPr/>
          <p:nvPr/>
        </p:nvCxnSpPr>
        <p:spPr>
          <a:xfrm>
            <a:off x="9601200" y="516240"/>
            <a:ext cx="914760" cy="360"/>
          </a:xfrm>
          <a:prstGeom prst="straightConnector1">
            <a:avLst/>
          </a:prstGeom>
          <a:ln w="19050">
            <a:solidFill>
              <a:srgbClr val="1cade4"/>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1" name="Straight Connector 6"/>
          <p:cNvCxnSpPr/>
          <p:nvPr/>
        </p:nvCxnSpPr>
        <p:spPr>
          <a:xfrm flipV="1">
            <a:off x="761760" y="826200"/>
            <a:ext cx="360" cy="914760"/>
          </a:xfrm>
          <a:prstGeom prst="straightConnector1">
            <a:avLst/>
          </a:prstGeom>
          <a:ln w="19050">
            <a:solidFill>
              <a:srgbClr val="1cade4"/>
            </a:solidFill>
            <a:round/>
          </a:ln>
        </p:spPr>
      </p:cxnSp>
      <p:sp>
        <p:nvSpPr>
          <p:cNvPr id="22"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23" name="PlaceHolder 2"/>
          <p:cNvSpPr>
            <a:spLocks noGrp="1"/>
          </p:cNvSpPr>
          <p:nvPr>
            <p:ph type="body"/>
          </p:nvPr>
        </p:nvSpPr>
        <p:spPr>
          <a:xfrm>
            <a:off x="1024200" y="2286000"/>
            <a:ext cx="971964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24" name="PlaceHolder 3"/>
          <p:cNvSpPr>
            <a:spLocks noGrp="1"/>
          </p:cNvSpPr>
          <p:nvPr>
            <p:ph type="dt" idx="10"/>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25" name="PlaceHolder 4"/>
          <p:cNvSpPr>
            <a:spLocks noGrp="1"/>
          </p:cNvSpPr>
          <p:nvPr>
            <p:ph type="ftr" idx="11"/>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26" name="PlaceHolder 5"/>
          <p:cNvSpPr>
            <a:spLocks noGrp="1"/>
          </p:cNvSpPr>
          <p:nvPr>
            <p:ph type="sldNum" idx="12"/>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44741B69-F959-477C-94BD-6839DEAB986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27" name="Straight Connector 6"/>
          <p:cNvCxnSpPr/>
          <p:nvPr/>
        </p:nvCxnSpPr>
        <p:spPr>
          <a:xfrm flipV="1">
            <a:off x="761760" y="826200"/>
            <a:ext cx="360" cy="914760"/>
          </a:xfrm>
          <a:prstGeom prst="straightConnector1">
            <a:avLst/>
          </a:prstGeom>
          <a:ln w="19050">
            <a:solidFill>
              <a:srgbClr val="1cade4"/>
            </a:solidFill>
            <a:round/>
          </a:ln>
        </p:spPr>
      </p:cxnSp>
      <p:sp>
        <p:nvSpPr>
          <p:cNvPr id="28" name="Rectangle 8"/>
          <p:cNvSpPr/>
          <p:nvPr/>
        </p:nvSpPr>
        <p:spPr>
          <a:xfrm>
            <a:off x="0" y="0"/>
            <a:ext cx="12191760" cy="457164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ffffff"/>
              </a:solidFill>
              <a:effectLst/>
              <a:uFillTx/>
              <a:latin typeface="Arial"/>
            </a:endParaRPr>
          </a:p>
        </p:txBody>
      </p:sp>
      <p:sp>
        <p:nvSpPr>
          <p:cNvPr id="29" name="Oval 5"/>
          <p:cNvSpPr/>
          <p:nvPr/>
        </p:nvSpPr>
        <p:spPr>
          <a:xfrm>
            <a:off x="0" y="0"/>
            <a:ext cx="12191760" cy="4571640"/>
          </a:xfrm>
          <a:custGeom>
            <a:avLst/>
            <a:gdLst>
              <a:gd name="textAreaLeft" fmla="*/ 0 w 12191760"/>
              <a:gd name="textAreaRight" fmla="*/ 12192120 w 12191760"/>
              <a:gd name="textAreaTop" fmla="*/ 0 h 4571640"/>
              <a:gd name="textAreaBottom" fmla="*/ 4572000 h 4571640"/>
            </a:gdLst>
            <a:ahLst/>
            <a:cxnLst/>
            <a:rect l="textAreaLeft" t="textAreaTop" r="textAreaRight" b="textAreaBottom"/>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endParaRPr b="0" lang="en-IN" sz="1800" strike="noStrike" u="none">
              <a:solidFill>
                <a:srgbClr val="000000"/>
              </a:solidFill>
              <a:effectLst/>
              <a:uFillTx/>
              <a:latin typeface="Arial"/>
            </a:endParaRPr>
          </a:p>
        </p:txBody>
      </p:sp>
      <p:sp>
        <p:nvSpPr>
          <p:cNvPr id="30"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31" name="PlaceHolder 2"/>
          <p:cNvSpPr>
            <a:spLocks noGrp="1"/>
          </p:cNvSpPr>
          <p:nvPr>
            <p:ph type="body"/>
          </p:nvPr>
        </p:nvSpPr>
        <p:spPr>
          <a:xfrm>
            <a:off x="8610480" y="4960080"/>
            <a:ext cx="3200040" cy="146268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US" sz="1800" strike="noStrike" u="none">
              <a:solidFill>
                <a:schemeClr val="dk1"/>
              </a:solidFill>
              <a:effectLst/>
              <a:uFillTx/>
              <a:latin typeface="Tw Cen MT"/>
            </a:endParaRPr>
          </a:p>
        </p:txBody>
      </p:sp>
      <p:sp>
        <p:nvSpPr>
          <p:cNvPr id="32" name="PlaceHolder 3"/>
          <p:cNvSpPr>
            <a:spLocks noGrp="1"/>
          </p:cNvSpPr>
          <p:nvPr>
            <p:ph type="dt" idx="13"/>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33" name="PlaceHolder 4"/>
          <p:cNvSpPr>
            <a:spLocks noGrp="1"/>
          </p:cNvSpPr>
          <p:nvPr>
            <p:ph type="ftr" idx="14"/>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34" name="PlaceHolder 5"/>
          <p:cNvSpPr>
            <a:spLocks noGrp="1"/>
          </p:cNvSpPr>
          <p:nvPr>
            <p:ph type="sldNum" idx="15"/>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75412BF9-4D4F-4F79-831D-6678926AEB4C}"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35" name="Straight Connector 7"/>
          <p:cNvCxnSpPr/>
          <p:nvPr/>
        </p:nvCxnSpPr>
        <p:spPr>
          <a:xfrm flipV="1">
            <a:off x="8386560" y="5263920"/>
            <a:ext cx="360" cy="914760"/>
          </a:xfrm>
          <a:prstGeom prst="straightConnector1">
            <a:avLst/>
          </a:prstGeom>
          <a:ln w="19050">
            <a:solidFill>
              <a:srgbClr val="1cade4">
                <a:lumMod val="75000"/>
              </a:srgbClr>
            </a:solidFill>
            <a:round/>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36" name="Straight Connector 6"/>
          <p:cNvCxnSpPr/>
          <p:nvPr/>
        </p:nvCxnSpPr>
        <p:spPr>
          <a:xfrm flipV="1">
            <a:off x="761760" y="826200"/>
            <a:ext cx="360" cy="914760"/>
          </a:xfrm>
          <a:prstGeom prst="straightConnector1">
            <a:avLst/>
          </a:prstGeom>
          <a:ln w="19050">
            <a:solidFill>
              <a:srgbClr val="1cade4"/>
            </a:solidFill>
            <a:round/>
          </a:ln>
        </p:spPr>
      </p:cxnSp>
      <p:sp>
        <p:nvSpPr>
          <p:cNvPr id="37"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38" name="PlaceHolder 2"/>
          <p:cNvSpPr>
            <a:spLocks noGrp="1"/>
          </p:cNvSpPr>
          <p:nvPr>
            <p:ph type="body"/>
          </p:nvPr>
        </p:nvSpPr>
        <p:spPr>
          <a:xfrm>
            <a:off x="1024200" y="2286000"/>
            <a:ext cx="475452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39" name="PlaceHolder 3"/>
          <p:cNvSpPr>
            <a:spLocks noGrp="1"/>
          </p:cNvSpPr>
          <p:nvPr>
            <p:ph type="body"/>
          </p:nvPr>
        </p:nvSpPr>
        <p:spPr>
          <a:xfrm>
            <a:off x="5989320" y="2286000"/>
            <a:ext cx="4754520" cy="402300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0" name="PlaceHolder 4"/>
          <p:cNvSpPr>
            <a:spLocks noGrp="1"/>
          </p:cNvSpPr>
          <p:nvPr>
            <p:ph type="dt" idx="16"/>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41" name="PlaceHolder 5"/>
          <p:cNvSpPr>
            <a:spLocks noGrp="1"/>
          </p:cNvSpPr>
          <p:nvPr>
            <p:ph type="ftr" idx="17"/>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42" name="PlaceHolder 6"/>
          <p:cNvSpPr>
            <a:spLocks noGrp="1"/>
          </p:cNvSpPr>
          <p:nvPr>
            <p:ph type="sldNum" idx="18"/>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461BBC08-F2B9-41E1-B288-DE74A431DA74}"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43" name="Straight Connector 6"/>
          <p:cNvCxnSpPr/>
          <p:nvPr/>
        </p:nvCxnSpPr>
        <p:spPr>
          <a:xfrm flipV="1">
            <a:off x="761760" y="826200"/>
            <a:ext cx="360" cy="914760"/>
          </a:xfrm>
          <a:prstGeom prst="straightConnector1">
            <a:avLst/>
          </a:prstGeom>
          <a:ln w="19050">
            <a:solidFill>
              <a:srgbClr val="1cade4"/>
            </a:solidFill>
            <a:round/>
          </a:ln>
        </p:spPr>
      </p:cxnSp>
      <p:sp>
        <p:nvSpPr>
          <p:cNvPr id="44"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45" name="PlaceHolder 2"/>
          <p:cNvSpPr>
            <a:spLocks noGrp="1"/>
          </p:cNvSpPr>
          <p:nvPr>
            <p:ph type="body"/>
          </p:nvPr>
        </p:nvSpPr>
        <p:spPr>
          <a:xfrm>
            <a:off x="1024200" y="2179800"/>
            <a:ext cx="4754520" cy="822600"/>
          </a:xfrm>
          <a:prstGeom prst="rect">
            <a:avLst/>
          </a:prstGeom>
          <a:noFill/>
          <a:ln w="0">
            <a:noFill/>
          </a:ln>
        </p:spPr>
        <p:txBody>
          <a:bodyPr lIns="137160" rIns="137160" tIns="45720" bIns="45720" anchor="ctr">
            <a:normAutofit/>
          </a:bodyPr>
          <a:p>
            <a:pPr indent="0" defTabSz="914400">
              <a:lnSpc>
                <a:spcPct val="90000"/>
              </a:lnSpc>
              <a:buNone/>
              <a:tabLst>
                <a:tab algn="l" pos="0"/>
              </a:tabLst>
            </a:pPr>
            <a:r>
              <a:rPr b="0" lang="en-US" sz="2300" strike="noStrike" u="none">
                <a:solidFill>
                  <a:schemeClr val="accent1"/>
                </a:solidFill>
                <a:effectLst/>
                <a:uFillTx/>
                <a:latin typeface="Tw Cen MT"/>
              </a:rPr>
              <a:t>Click to edit Master text styles</a:t>
            </a:r>
            <a:endParaRPr b="0" lang="en-US" sz="2300" strike="noStrike" u="none">
              <a:solidFill>
                <a:schemeClr val="dk1"/>
              </a:solidFill>
              <a:effectLst/>
              <a:uFillTx/>
              <a:latin typeface="Tw Cen MT"/>
            </a:endParaRPr>
          </a:p>
        </p:txBody>
      </p:sp>
      <p:sp>
        <p:nvSpPr>
          <p:cNvPr id="46" name="PlaceHolder 3"/>
          <p:cNvSpPr>
            <a:spLocks noGrp="1"/>
          </p:cNvSpPr>
          <p:nvPr>
            <p:ph type="body"/>
          </p:nvPr>
        </p:nvSpPr>
        <p:spPr>
          <a:xfrm>
            <a:off x="1024200" y="2967840"/>
            <a:ext cx="4754520" cy="33411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7" name="PlaceHolder 4"/>
          <p:cNvSpPr>
            <a:spLocks noGrp="1"/>
          </p:cNvSpPr>
          <p:nvPr>
            <p:ph type="body"/>
          </p:nvPr>
        </p:nvSpPr>
        <p:spPr>
          <a:xfrm>
            <a:off x="5990760" y="2179800"/>
            <a:ext cx="4754520" cy="822600"/>
          </a:xfrm>
          <a:prstGeom prst="rect">
            <a:avLst/>
          </a:prstGeom>
          <a:noFill/>
          <a:ln w="0">
            <a:noFill/>
          </a:ln>
        </p:spPr>
        <p:txBody>
          <a:bodyPr lIns="137160" rIns="137160" tIns="45720" bIns="45720" anchor="ctr">
            <a:normAutofit/>
          </a:bodyPr>
          <a:p>
            <a:pPr indent="0" defTabSz="914400">
              <a:lnSpc>
                <a:spcPct val="90000"/>
              </a:lnSpc>
              <a:spcBef>
                <a:spcPts val="1800"/>
              </a:spcBef>
              <a:buNone/>
              <a:tabLst>
                <a:tab algn="l" pos="0"/>
              </a:tabLst>
            </a:pPr>
            <a:r>
              <a:rPr b="0" lang="en-US" sz="2300" strike="noStrike" u="none">
                <a:solidFill>
                  <a:schemeClr val="accent1"/>
                </a:solidFill>
                <a:effectLst/>
                <a:uFillTx/>
                <a:latin typeface="Tw Cen MT"/>
              </a:rPr>
              <a:t>Click to edit Master text styles</a:t>
            </a:r>
            <a:endParaRPr b="0" lang="en-US" sz="2300" strike="noStrike" u="none">
              <a:solidFill>
                <a:schemeClr val="dk1"/>
              </a:solidFill>
              <a:effectLst/>
              <a:uFillTx/>
              <a:latin typeface="Tw Cen MT"/>
            </a:endParaRPr>
          </a:p>
        </p:txBody>
      </p:sp>
      <p:sp>
        <p:nvSpPr>
          <p:cNvPr id="48" name="PlaceHolder 5"/>
          <p:cNvSpPr>
            <a:spLocks noGrp="1"/>
          </p:cNvSpPr>
          <p:nvPr>
            <p:ph type="body"/>
          </p:nvPr>
        </p:nvSpPr>
        <p:spPr>
          <a:xfrm>
            <a:off x="5990760" y="2967840"/>
            <a:ext cx="4754520" cy="33411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200" strike="noStrike" u="none">
                <a:solidFill>
                  <a:schemeClr val="dk1"/>
                </a:solidFill>
                <a:effectLst/>
                <a:uFillTx/>
                <a:latin typeface="Tw Cen MT"/>
              </a:rPr>
              <a:t>Click to edit Master text styles</a:t>
            </a:r>
            <a:endParaRPr b="0" lang="en-US" sz="22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1800" strike="noStrike" u="none">
                <a:solidFill>
                  <a:schemeClr val="dk1"/>
                </a:solidFill>
                <a:effectLst/>
                <a:uFillTx/>
                <a:latin typeface="Tw Cen MT"/>
              </a:rPr>
              <a:t>Second level</a:t>
            </a:r>
            <a:endParaRPr b="0" lang="en-US" sz="18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Third level</a:t>
            </a:r>
            <a:endParaRPr b="0" lang="en-US" sz="14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Fourth level</a:t>
            </a:r>
            <a:endParaRPr b="0" lang="en-US" sz="14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400" strike="noStrike" u="none">
                <a:solidFill>
                  <a:schemeClr val="dk1"/>
                </a:solidFill>
                <a:effectLst/>
                <a:uFillTx/>
                <a:latin typeface="Tw Cen MT"/>
              </a:rPr>
              <a:t>Fifth level</a:t>
            </a:r>
            <a:endParaRPr b="0" lang="en-US" sz="1400" strike="noStrike" u="none">
              <a:solidFill>
                <a:schemeClr val="dk1"/>
              </a:solidFill>
              <a:effectLst/>
              <a:uFillTx/>
              <a:latin typeface="Tw Cen MT"/>
            </a:endParaRPr>
          </a:p>
        </p:txBody>
      </p:sp>
      <p:sp>
        <p:nvSpPr>
          <p:cNvPr id="49" name="PlaceHolder 6"/>
          <p:cNvSpPr>
            <a:spLocks noGrp="1"/>
          </p:cNvSpPr>
          <p:nvPr>
            <p:ph type="dt" idx="19"/>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0" name="PlaceHolder 7"/>
          <p:cNvSpPr>
            <a:spLocks noGrp="1"/>
          </p:cNvSpPr>
          <p:nvPr>
            <p:ph type="ftr" idx="20"/>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1" name="PlaceHolder 8"/>
          <p:cNvSpPr>
            <a:spLocks noGrp="1"/>
          </p:cNvSpPr>
          <p:nvPr>
            <p:ph type="sldNum" idx="21"/>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9770C8B9-04F4-4112-8C9C-293106C52B86}"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2" name="Straight Connector 6"/>
          <p:cNvCxnSpPr/>
          <p:nvPr/>
        </p:nvCxnSpPr>
        <p:spPr>
          <a:xfrm flipV="1">
            <a:off x="761760" y="826200"/>
            <a:ext cx="360" cy="914760"/>
          </a:xfrm>
          <a:prstGeom prst="straightConnector1">
            <a:avLst/>
          </a:prstGeom>
          <a:ln w="19050">
            <a:solidFill>
              <a:srgbClr val="1cade4"/>
            </a:solidFill>
            <a:round/>
          </a:ln>
        </p:spPr>
      </p:cxnSp>
      <p:sp>
        <p:nvSpPr>
          <p:cNvPr id="53" name="PlaceHolder 1"/>
          <p:cNvSpPr>
            <a:spLocks noGrp="1"/>
          </p:cNvSpPr>
          <p:nvPr>
            <p:ph type="title"/>
          </p:nvPr>
        </p:nvSpPr>
        <p:spPr>
          <a:xfrm>
            <a:off x="1024200" y="585360"/>
            <a:ext cx="9719640" cy="1499400"/>
          </a:xfrm>
          <a:prstGeom prst="rect">
            <a:avLst/>
          </a:prstGeom>
          <a:noFill/>
          <a:ln w="0">
            <a:noFill/>
          </a:ln>
        </p:spPr>
        <p:txBody>
          <a:bodyPr lIns="91440" rIns="91440" tIns="45720" bIns="45720" anchor="ctr">
            <a:noAutofit/>
          </a:bodyPr>
          <a:p>
            <a:pPr indent="0" defTabSz="914400">
              <a:lnSpc>
                <a:spcPct val="80000"/>
              </a:lnSpc>
              <a:buNone/>
            </a:pPr>
            <a:r>
              <a:rPr b="0" lang="en-US" sz="5000" spc="99"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54" name="PlaceHolder 2"/>
          <p:cNvSpPr>
            <a:spLocks noGrp="1"/>
          </p:cNvSpPr>
          <p:nvPr>
            <p:ph type="dt" idx="22"/>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5" name="PlaceHolder 3"/>
          <p:cNvSpPr>
            <a:spLocks noGrp="1"/>
          </p:cNvSpPr>
          <p:nvPr>
            <p:ph type="ftr" idx="23"/>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56" name="PlaceHolder 4"/>
          <p:cNvSpPr>
            <a:spLocks noGrp="1"/>
          </p:cNvSpPr>
          <p:nvPr>
            <p:ph type="sldNum" idx="24"/>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64938615-4FAA-476A-BE7D-1D7228CA369B}"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57" name="Straight Connector 6"/>
          <p:cNvCxnSpPr/>
          <p:nvPr/>
        </p:nvCxnSpPr>
        <p:spPr>
          <a:xfrm flipV="1">
            <a:off x="761760" y="826200"/>
            <a:ext cx="360" cy="914760"/>
          </a:xfrm>
          <a:prstGeom prst="straightConnector1">
            <a:avLst/>
          </a:prstGeom>
          <a:ln w="19050">
            <a:solidFill>
              <a:srgbClr val="1cade4"/>
            </a:solidFill>
            <a:round/>
          </a:ln>
        </p:spPr>
      </p:cxnSp>
      <p:sp>
        <p:nvSpPr>
          <p:cNvPr id="58" name="PlaceHolder 1"/>
          <p:cNvSpPr>
            <a:spLocks noGrp="1"/>
          </p:cNvSpPr>
          <p:nvPr>
            <p:ph type="dt" idx="25"/>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59" name="PlaceHolder 2"/>
          <p:cNvSpPr>
            <a:spLocks noGrp="1"/>
          </p:cNvSpPr>
          <p:nvPr>
            <p:ph type="ftr" idx="26"/>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0" name="PlaceHolder 3"/>
          <p:cNvSpPr>
            <a:spLocks noGrp="1"/>
          </p:cNvSpPr>
          <p:nvPr>
            <p:ph type="sldNum" idx="27"/>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37A94677-88CD-4BCF-BAE4-79B36A5D352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1" name="Straight Connector 6"/>
          <p:cNvCxnSpPr/>
          <p:nvPr/>
        </p:nvCxnSpPr>
        <p:spPr>
          <a:xfrm flipV="1">
            <a:off x="761760" y="826200"/>
            <a:ext cx="360" cy="914760"/>
          </a:xfrm>
          <a:prstGeom prst="straightConnector1">
            <a:avLst/>
          </a:prstGeom>
          <a:ln w="19050">
            <a:solidFill>
              <a:srgbClr val="1cade4"/>
            </a:solidFill>
            <a:round/>
          </a:ln>
        </p:spPr>
      </p:cxnSp>
      <p:sp>
        <p:nvSpPr>
          <p:cNvPr id="62" name="PlaceHolder 1"/>
          <p:cNvSpPr>
            <a:spLocks noGrp="1"/>
          </p:cNvSpPr>
          <p:nvPr>
            <p:ph type="title"/>
          </p:nvPr>
        </p:nvSpPr>
        <p:spPr>
          <a:xfrm>
            <a:off x="1024200" y="471600"/>
            <a:ext cx="4388760" cy="1737000"/>
          </a:xfrm>
          <a:prstGeom prst="rect">
            <a:avLst/>
          </a:prstGeom>
          <a:noFill/>
          <a:ln w="0">
            <a:noFill/>
          </a:ln>
        </p:spPr>
        <p:txBody>
          <a:bodyPr lIns="91440" rIns="91440" tIns="45720" bIns="45720" anchor="ctr">
            <a:noAutofit/>
          </a:bodyPr>
          <a:p>
            <a:pPr indent="0" defTabSz="914400">
              <a:lnSpc>
                <a:spcPct val="80000"/>
              </a:lnSpc>
              <a:buNone/>
            </a:pPr>
            <a:r>
              <a:rPr b="0" lang="en-US" sz="4000" spc="99" strike="noStrike" u="none" cap="all">
                <a:solidFill>
                  <a:schemeClr val="dk1">
                    <a:lumMod val="95000"/>
                    <a:lumOff val="5000"/>
                  </a:schemeClr>
                </a:solidFill>
                <a:effectLst/>
                <a:uFillTx/>
                <a:latin typeface="Tw Cen MT Condensed"/>
              </a:rPr>
              <a:t>Click to edit Master title style</a:t>
            </a:r>
            <a:endParaRPr b="0" lang="en-US" sz="4000" strike="noStrike" u="none">
              <a:solidFill>
                <a:schemeClr val="dk1"/>
              </a:solidFill>
              <a:effectLst/>
              <a:uFillTx/>
              <a:latin typeface="Tw Cen MT"/>
            </a:endParaRPr>
          </a:p>
        </p:txBody>
      </p:sp>
      <p:sp>
        <p:nvSpPr>
          <p:cNvPr id="63" name="PlaceHolder 2"/>
          <p:cNvSpPr>
            <a:spLocks noGrp="1"/>
          </p:cNvSpPr>
          <p:nvPr>
            <p:ph type="body"/>
          </p:nvPr>
        </p:nvSpPr>
        <p:spPr>
          <a:xfrm>
            <a:off x="5715000" y="822960"/>
            <a:ext cx="5677920" cy="5184360"/>
          </a:xfrm>
          <a:prstGeom prst="rect">
            <a:avLst/>
          </a:prstGeom>
          <a:noFill/>
          <a:ln w="0">
            <a:noFill/>
          </a:ln>
        </p:spPr>
        <p:txBody>
          <a:bodyPr lIns="45720" rIns="45720" tIns="45720" bIns="45720" anchor="t">
            <a:noAutofit/>
          </a:bodyPr>
          <a:p>
            <a:pPr marL="91440" indent="-91440" defTabSz="914400">
              <a:lnSpc>
                <a:spcPct val="90000"/>
              </a:lnSpc>
              <a:spcBef>
                <a:spcPts val="1199"/>
              </a:spcBef>
              <a:spcAft>
                <a:spcPts val="201"/>
              </a:spcAft>
              <a:buClr>
                <a:srgbClr val="1cade4"/>
              </a:buClr>
              <a:buFont typeface="Tw Cen MT"/>
              <a:buChar char=" "/>
            </a:pPr>
            <a:r>
              <a:rPr b="0" lang="en-US" sz="2400" strike="noStrike" u="none">
                <a:solidFill>
                  <a:schemeClr val="dk1"/>
                </a:solidFill>
                <a:effectLst/>
                <a:uFillTx/>
                <a:latin typeface="Tw Cen MT"/>
              </a:rPr>
              <a:t>Click to edit Master text styles</a:t>
            </a:r>
            <a:endParaRPr b="0" lang="en-US" sz="2400" strike="noStrike" u="none">
              <a:solidFill>
                <a:schemeClr val="dk1"/>
              </a:solidFill>
              <a:effectLst/>
              <a:uFillTx/>
              <a:latin typeface="Tw Cen MT"/>
            </a:endParaRPr>
          </a:p>
          <a:p>
            <a:pPr lvl="1" marL="265320" indent="-137160" defTabSz="914400">
              <a:lnSpc>
                <a:spcPct val="90000"/>
              </a:lnSpc>
              <a:spcBef>
                <a:spcPts val="201"/>
              </a:spcBef>
              <a:spcAft>
                <a:spcPts val="400"/>
              </a:spcAft>
              <a:buClr>
                <a:srgbClr val="1cade4"/>
              </a:buClr>
              <a:buFont typeface="Wingdings 3" charset="2"/>
              <a:buChar char=""/>
            </a:pPr>
            <a:r>
              <a:rPr b="0" lang="en-US" sz="2000" strike="noStrike" u="none">
                <a:solidFill>
                  <a:schemeClr val="dk1"/>
                </a:solidFill>
                <a:effectLst/>
                <a:uFillTx/>
                <a:latin typeface="Tw Cen MT"/>
              </a:rPr>
              <a:t>Second level</a:t>
            </a:r>
            <a:endParaRPr b="0" lang="en-US" sz="2000" strike="noStrike" u="none">
              <a:solidFill>
                <a:schemeClr val="dk1"/>
              </a:solidFill>
              <a:effectLst/>
              <a:uFillTx/>
              <a:latin typeface="Tw Cen MT"/>
            </a:endParaRPr>
          </a:p>
          <a:p>
            <a:pPr lvl="2" marL="44820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Third level</a:t>
            </a:r>
            <a:endParaRPr b="0" lang="en-US" sz="1600" strike="noStrike" u="none">
              <a:solidFill>
                <a:schemeClr val="dk1"/>
              </a:solidFill>
              <a:effectLst/>
              <a:uFillTx/>
              <a:latin typeface="Tw Cen MT"/>
            </a:endParaRPr>
          </a:p>
          <a:p>
            <a:pPr lvl="3" marL="59436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Fourth level</a:t>
            </a:r>
            <a:endParaRPr b="0" lang="en-US" sz="1600" strike="noStrike" u="none">
              <a:solidFill>
                <a:schemeClr val="dk1"/>
              </a:solidFill>
              <a:effectLst/>
              <a:uFillTx/>
              <a:latin typeface="Tw Cen MT"/>
            </a:endParaRPr>
          </a:p>
          <a:p>
            <a:pPr lvl="4" marL="777240" indent="-137160" defTabSz="914400">
              <a:lnSpc>
                <a:spcPct val="90000"/>
              </a:lnSpc>
              <a:spcBef>
                <a:spcPts val="201"/>
              </a:spcBef>
              <a:spcAft>
                <a:spcPts val="400"/>
              </a:spcAft>
              <a:buClr>
                <a:srgbClr val="1cade4"/>
              </a:buClr>
              <a:buFont typeface="Wingdings 3" charset="2"/>
              <a:buChar char=""/>
            </a:pPr>
            <a:r>
              <a:rPr b="0" lang="en-US" sz="1600" strike="noStrike" u="none">
                <a:solidFill>
                  <a:schemeClr val="dk1"/>
                </a:solidFill>
                <a:effectLst/>
                <a:uFillTx/>
                <a:latin typeface="Tw Cen MT"/>
              </a:rPr>
              <a:t>Fifth level</a:t>
            </a:r>
            <a:endParaRPr b="0" lang="en-US" sz="1600" strike="noStrike" u="none">
              <a:solidFill>
                <a:schemeClr val="dk1"/>
              </a:solidFill>
              <a:effectLst/>
              <a:uFillTx/>
              <a:latin typeface="Tw Cen MT"/>
            </a:endParaRPr>
          </a:p>
        </p:txBody>
      </p:sp>
      <p:sp>
        <p:nvSpPr>
          <p:cNvPr id="64" name="PlaceHolder 3"/>
          <p:cNvSpPr>
            <a:spLocks noGrp="1"/>
          </p:cNvSpPr>
          <p:nvPr>
            <p:ph type="body"/>
          </p:nvPr>
        </p:nvSpPr>
        <p:spPr>
          <a:xfrm>
            <a:off x="1024200" y="2257560"/>
            <a:ext cx="4388760" cy="3762000"/>
          </a:xfrm>
          <a:prstGeom prst="rect">
            <a:avLst/>
          </a:prstGeom>
          <a:noFill/>
          <a:ln w="0">
            <a:noFill/>
          </a:ln>
        </p:spPr>
        <p:txBody>
          <a:bodyPr lIns="91440" rIns="91440" tIns="45720" bIns="45720" anchor="t">
            <a:normAutofit/>
          </a:bodyPr>
          <a:p>
            <a:pPr indent="0" defTabSz="914400">
              <a:lnSpc>
                <a:spcPct val="108000"/>
              </a:lnSpc>
              <a:spcBef>
                <a:spcPts val="601"/>
              </a:spcBef>
              <a:spcAft>
                <a:spcPts val="201"/>
              </a:spcAft>
              <a:buNone/>
              <a:tabLst>
                <a:tab algn="l" pos="0"/>
              </a:tabLst>
            </a:pPr>
            <a:r>
              <a:rPr b="0" lang="en-US" sz="1600" strike="noStrike" u="none">
                <a:solidFill>
                  <a:schemeClr val="dk1"/>
                </a:solidFill>
                <a:effectLst/>
                <a:uFillTx/>
                <a:latin typeface="Tw Cen MT"/>
              </a:rPr>
              <a:t>Click to edit Master text styles</a:t>
            </a:r>
            <a:endParaRPr b="0" lang="en-US" sz="1600" strike="noStrike" u="none">
              <a:solidFill>
                <a:schemeClr val="dk1"/>
              </a:solidFill>
              <a:effectLst/>
              <a:uFillTx/>
              <a:latin typeface="Tw Cen MT"/>
            </a:endParaRPr>
          </a:p>
        </p:txBody>
      </p:sp>
      <p:sp>
        <p:nvSpPr>
          <p:cNvPr id="65" name="PlaceHolder 4"/>
          <p:cNvSpPr>
            <a:spLocks noGrp="1"/>
          </p:cNvSpPr>
          <p:nvPr>
            <p:ph type="dt" idx="28"/>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66" name="PlaceHolder 5"/>
          <p:cNvSpPr>
            <a:spLocks noGrp="1"/>
          </p:cNvSpPr>
          <p:nvPr>
            <p:ph type="ftr" idx="29"/>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67" name="PlaceHolder 6"/>
          <p:cNvSpPr>
            <a:spLocks noGrp="1"/>
          </p:cNvSpPr>
          <p:nvPr>
            <p:ph type="sldNum" idx="30"/>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D261A5AF-3333-40F7-A584-88288AAF647B}"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gradFill rotWithShape="0">
          <a:gsLst>
            <a:gs pos="0">
              <a:srgbClr val="f4fbfe"/>
            </a:gs>
            <a:gs pos="74000">
              <a:srgbClr val="99daf3"/>
            </a:gs>
            <a:gs pos="83000">
              <a:srgbClr val="99daf3"/>
            </a:gs>
            <a:gs pos="100000">
              <a:srgbClr val="bbe6f7"/>
            </a:gs>
          </a:gsLst>
          <a:lin ang="5400000"/>
        </a:gradFill>
      </p:bgPr>
    </p:bg>
    <p:spTree>
      <p:nvGrpSpPr>
        <p:cNvPr id="1" name=""/>
        <p:cNvGrpSpPr/>
        <p:nvPr/>
      </p:nvGrpSpPr>
      <p:grpSpPr>
        <a:xfrm>
          <a:off x="0" y="0"/>
          <a:ext cx="0" cy="0"/>
          <a:chOff x="0" y="0"/>
          <a:chExt cx="0" cy="0"/>
        </a:xfrm>
      </p:grpSpPr>
      <p:cxnSp>
        <p:nvCxnSpPr>
          <p:cNvPr id="68" name="Straight Connector 6"/>
          <p:cNvCxnSpPr/>
          <p:nvPr/>
        </p:nvCxnSpPr>
        <p:spPr>
          <a:xfrm flipV="1">
            <a:off x="761760" y="826200"/>
            <a:ext cx="360" cy="914760"/>
          </a:xfrm>
          <a:prstGeom prst="straightConnector1">
            <a:avLst/>
          </a:prstGeom>
          <a:ln w="19050">
            <a:solidFill>
              <a:srgbClr val="1cade4"/>
            </a:solidFill>
            <a:round/>
          </a:ln>
        </p:spPr>
      </p:cxnSp>
      <p:sp>
        <p:nvSpPr>
          <p:cNvPr id="69" name="PlaceHolder 1"/>
          <p:cNvSpPr>
            <a:spLocks noGrp="1"/>
          </p:cNvSpPr>
          <p:nvPr>
            <p:ph type="title"/>
          </p:nvPr>
        </p:nvSpPr>
        <p:spPr>
          <a:xfrm>
            <a:off x="457200" y="4960080"/>
            <a:ext cx="7772040" cy="1462680"/>
          </a:xfrm>
          <a:prstGeom prst="rect">
            <a:avLst/>
          </a:prstGeom>
          <a:noFill/>
          <a:ln w="0">
            <a:noFill/>
          </a:ln>
        </p:spPr>
        <p:txBody>
          <a:bodyPr lIns="91440" rIns="91440" tIns="45720" bIns="45720" anchor="ctr">
            <a:normAutofit/>
          </a:bodyPr>
          <a:p>
            <a:pPr indent="0" algn="r" defTabSz="914400">
              <a:lnSpc>
                <a:spcPct val="80000"/>
              </a:lnSpc>
              <a:buNone/>
            </a:pPr>
            <a:r>
              <a:rPr b="0" lang="en-US" sz="5000" spc="201" strike="noStrike" u="none" cap="all">
                <a:solidFill>
                  <a:schemeClr val="dk1">
                    <a:lumMod val="95000"/>
                    <a:lumOff val="5000"/>
                  </a:schemeClr>
                </a:solidFill>
                <a:effectLst/>
                <a:uFillTx/>
                <a:latin typeface="Tw Cen MT Condensed"/>
              </a:rPr>
              <a:t>Click to edit Master title style</a:t>
            </a:r>
            <a:endParaRPr b="0" lang="en-US" sz="5000" strike="noStrike" u="none">
              <a:solidFill>
                <a:schemeClr val="dk1"/>
              </a:solidFill>
              <a:effectLst/>
              <a:uFillTx/>
              <a:latin typeface="Tw Cen MT"/>
            </a:endParaRPr>
          </a:p>
        </p:txBody>
      </p:sp>
      <p:sp>
        <p:nvSpPr>
          <p:cNvPr id="70" name="PlaceHolder 2"/>
          <p:cNvSpPr>
            <a:spLocks noGrp="1"/>
          </p:cNvSpPr>
          <p:nvPr>
            <p:ph type="body"/>
          </p:nvPr>
        </p:nvSpPr>
        <p:spPr>
          <a:xfrm>
            <a:off x="0" y="0"/>
            <a:ext cx="12188520" cy="4571640"/>
          </a:xfrm>
          <a:prstGeom prst="rect">
            <a:avLst/>
          </a:prstGeom>
          <a:solidFill>
            <a:schemeClr val="accent1">
              <a:lumMod val="60000"/>
              <a:lumOff val="40000"/>
            </a:schemeClr>
          </a:solidFill>
          <a:ln w="0">
            <a:noFill/>
          </a:ln>
        </p:spPr>
        <p:txBody>
          <a:bodyPr lIns="457200" rIns="45720" tIns="365760" bIns="45720" anchor="t">
            <a:noAutofit/>
          </a:bodyPr>
          <a:p>
            <a:pPr indent="0" defTabSz="457200">
              <a:lnSpc>
                <a:spcPct val="100000"/>
              </a:lnSpc>
              <a:buNone/>
              <a:tabLst>
                <a:tab algn="l" pos="0"/>
              </a:tabLst>
            </a:pPr>
            <a:r>
              <a:rPr b="0" lang="en-US" sz="3200" strike="noStrike" u="none">
                <a:solidFill>
                  <a:schemeClr val="dk1"/>
                </a:solidFill>
                <a:effectLst/>
                <a:uFillTx/>
                <a:latin typeface="Tw Cen MT"/>
              </a:rPr>
              <a:t>Click icon to add picture</a:t>
            </a:r>
            <a:endParaRPr b="0" lang="en-US" sz="3200" strike="noStrike" u="none">
              <a:solidFill>
                <a:schemeClr val="dk1"/>
              </a:solidFill>
              <a:effectLst/>
              <a:uFillTx/>
              <a:latin typeface="Tw Cen MT"/>
            </a:endParaRPr>
          </a:p>
        </p:txBody>
      </p:sp>
      <p:sp>
        <p:nvSpPr>
          <p:cNvPr id="71" name="PlaceHolder 3"/>
          <p:cNvSpPr>
            <a:spLocks noGrp="1"/>
          </p:cNvSpPr>
          <p:nvPr>
            <p:ph type="body"/>
          </p:nvPr>
        </p:nvSpPr>
        <p:spPr>
          <a:xfrm>
            <a:off x="8610480" y="4960080"/>
            <a:ext cx="3200040" cy="1462680"/>
          </a:xfrm>
          <a:prstGeom prst="rect">
            <a:avLst/>
          </a:prstGeom>
          <a:noFill/>
          <a:ln w="0">
            <a:noFill/>
          </a:ln>
        </p:spPr>
        <p:txBody>
          <a:bodyPr lIns="91440" rIns="91440" tIns="45720" bIns="45720" anchor="ctr">
            <a:normAutofit/>
          </a:bodyPr>
          <a:p>
            <a:pPr indent="0" defTabSz="914400">
              <a:lnSpc>
                <a:spcPct val="100000"/>
              </a:lnSpc>
              <a:spcAft>
                <a:spcPts val="201"/>
              </a:spcAft>
              <a:buNone/>
              <a:tabLst>
                <a:tab algn="l" pos="0"/>
              </a:tabLst>
            </a:pPr>
            <a:r>
              <a:rPr b="0" lang="en-US" sz="1800" strike="noStrike" u="none">
                <a:solidFill>
                  <a:schemeClr val="dk1">
                    <a:lumMod val="95000"/>
                    <a:lumOff val="5000"/>
                  </a:schemeClr>
                </a:solidFill>
                <a:effectLst/>
                <a:uFillTx/>
                <a:latin typeface="Tw Cen MT"/>
              </a:rPr>
              <a:t>Click to edit Master text styles</a:t>
            </a:r>
            <a:endParaRPr b="0" lang="en-US" sz="1800" strike="noStrike" u="none">
              <a:solidFill>
                <a:schemeClr val="dk1"/>
              </a:solidFill>
              <a:effectLst/>
              <a:uFillTx/>
              <a:latin typeface="Tw Cen MT"/>
            </a:endParaRPr>
          </a:p>
        </p:txBody>
      </p:sp>
      <p:sp>
        <p:nvSpPr>
          <p:cNvPr id="72" name="PlaceHolder 4"/>
          <p:cNvSpPr>
            <a:spLocks noGrp="1"/>
          </p:cNvSpPr>
          <p:nvPr>
            <p:ph type="dt" idx="31"/>
          </p:nvPr>
        </p:nvSpPr>
        <p:spPr>
          <a:xfrm>
            <a:off x="1024200" y="6470640"/>
            <a:ext cx="215388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r>
              <a:rPr b="0" lang="en-US" sz="1000" strike="noStrike" u="none">
                <a:solidFill>
                  <a:schemeClr val="dk1">
                    <a:lumMod val="95000"/>
                    <a:lumOff val="5000"/>
                  </a:schemeClr>
                </a:solidFill>
                <a:effectLst/>
                <a:uFillTx/>
                <a:latin typeface="Tw Cen MT Condensed"/>
              </a:rPr>
              <a:t>&lt;date/time&gt;</a:t>
            </a:r>
            <a:endParaRPr b="0" lang="en-IN" sz="1000" strike="noStrike" u="none">
              <a:solidFill>
                <a:srgbClr val="000000"/>
              </a:solidFill>
              <a:effectLst/>
              <a:uFillTx/>
              <a:latin typeface="Times New Roman"/>
            </a:endParaRPr>
          </a:p>
        </p:txBody>
      </p:sp>
      <p:sp>
        <p:nvSpPr>
          <p:cNvPr id="73" name="PlaceHolder 5"/>
          <p:cNvSpPr>
            <a:spLocks noGrp="1"/>
          </p:cNvSpPr>
          <p:nvPr>
            <p:ph type="ftr" idx="32"/>
          </p:nvPr>
        </p:nvSpPr>
        <p:spPr>
          <a:xfrm>
            <a:off x="4843080" y="6470640"/>
            <a:ext cx="5901120" cy="273960"/>
          </a:xfrm>
          <a:prstGeom prst="rect">
            <a:avLst/>
          </a:prstGeom>
          <a:noFill/>
          <a:ln w="0">
            <a:noFill/>
          </a:ln>
        </p:spPr>
        <p:txBody>
          <a:bodyPr lIns="91440" rIns="91440" tIns="45720" bIns="45720" anchor="ctr">
            <a:noAutofit/>
          </a:bodyPr>
          <a:lstStyle>
            <a:lvl1pPr indent="0" algn="ctr">
              <a:buNone/>
              <a:defRPr b="0" lang="en-IN" sz="1400" strike="noStrike" u="none">
                <a:solidFill>
                  <a:srgbClr val="000000"/>
                </a:solidFill>
                <a:effectLst/>
                <a:uFillTx/>
                <a:latin typeface="Times New Roman"/>
              </a:defRPr>
            </a:lvl1pPr>
          </a:lstStyle>
          <a:p>
            <a:pPr indent="0" algn="ctr">
              <a:buNone/>
            </a:pPr>
            <a:r>
              <a:rPr b="0" lang="en-IN" sz="1400" strike="noStrike" u="none">
                <a:solidFill>
                  <a:srgbClr val="000000"/>
                </a:solidFill>
                <a:effectLst/>
                <a:uFillTx/>
                <a:latin typeface="Times New Roman"/>
              </a:rPr>
              <a:t>&lt;footer&gt;</a:t>
            </a:r>
            <a:endParaRPr b="0" lang="en-IN" sz="1400" strike="noStrike" u="none">
              <a:solidFill>
                <a:srgbClr val="000000"/>
              </a:solidFill>
              <a:effectLst/>
              <a:uFillTx/>
              <a:latin typeface="Times New Roman"/>
            </a:endParaRPr>
          </a:p>
        </p:txBody>
      </p:sp>
      <p:sp>
        <p:nvSpPr>
          <p:cNvPr id="74" name="PlaceHolder 6"/>
          <p:cNvSpPr>
            <a:spLocks noGrp="1"/>
          </p:cNvSpPr>
          <p:nvPr>
            <p:ph type="sldNum" idx="33"/>
          </p:nvPr>
        </p:nvSpPr>
        <p:spPr>
          <a:xfrm>
            <a:off x="10837440" y="6470640"/>
            <a:ext cx="973440" cy="273960"/>
          </a:xfrm>
          <a:prstGeom prst="rect">
            <a:avLst/>
          </a:prstGeom>
          <a:noFill/>
          <a:ln w="0">
            <a:noFill/>
          </a:ln>
        </p:spPr>
        <p:txBody>
          <a:bodyPr lIns="91440" rIns="91440" tIns="45720" bIns="45720" anchor="ctr">
            <a:noAutofit/>
          </a:bodyPr>
          <a:lstStyle>
            <a:lvl1pPr indent="0" defTabSz="457200">
              <a:lnSpc>
                <a:spcPct val="100000"/>
              </a:lnSpc>
              <a:buNone/>
              <a:defRPr b="0" lang="en-US" sz="1000" strike="noStrike" u="none">
                <a:solidFill>
                  <a:schemeClr val="dk1">
                    <a:lumMod val="95000"/>
                    <a:lumOff val="5000"/>
                  </a:schemeClr>
                </a:solidFill>
                <a:effectLst/>
                <a:uFillTx/>
                <a:latin typeface="Tw Cen MT Condensed"/>
              </a:defRPr>
            </a:lvl1pPr>
          </a:lstStyle>
          <a:p>
            <a:pPr indent="0" defTabSz="457200">
              <a:lnSpc>
                <a:spcPct val="100000"/>
              </a:lnSpc>
              <a:buNone/>
            </a:pPr>
            <a:fld id="{3133FB6C-F073-468A-A9F2-421B9889DC2F}" type="slidenum">
              <a:rPr b="0" lang="en-US" sz="1000" strike="noStrike" u="none">
                <a:solidFill>
                  <a:schemeClr val="dk1">
                    <a:lumMod val="95000"/>
                    <a:lumOff val="5000"/>
                  </a:schemeClr>
                </a:solidFill>
                <a:effectLst/>
                <a:uFillTx/>
                <a:latin typeface="Tw Cen MT Condensed"/>
              </a:rPr>
              <a:t>&lt;number&gt;</a:t>
            </a:fld>
            <a:endParaRPr b="0" lang="en-IN" sz="1000" strike="noStrike" u="none">
              <a:solidFill>
                <a:srgbClr val="000000"/>
              </a:solidFill>
              <a:effectLst/>
              <a:uFillTx/>
              <a:latin typeface="Times New Roman"/>
            </a:endParaRPr>
          </a:p>
        </p:txBody>
      </p:sp>
      <p:cxnSp>
        <p:nvCxnSpPr>
          <p:cNvPr id="75" name="Straight Connector 7"/>
          <p:cNvCxnSpPr/>
          <p:nvPr/>
        </p:nvCxnSpPr>
        <p:spPr>
          <a:xfrm flipV="1">
            <a:off x="8386560" y="5263920"/>
            <a:ext cx="360" cy="914760"/>
          </a:xfrm>
          <a:prstGeom prst="straightConnector1">
            <a:avLst/>
          </a:prstGeom>
          <a:ln w="19050">
            <a:solidFill>
              <a:srgbClr val="1cade4"/>
            </a:solidFill>
            <a:round/>
          </a:ln>
        </p:spPr>
      </p:cxn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jpe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Rectangle 27">
            <a:extLst>
              <a:ext uri="{C183D7F6-B498-43B3-948B-1728B52AA6E4}">
                <adec:decorative xmlns:adec="http://schemas.microsoft.com/office/drawing/2017/decorative" val="1"/>
              </a:ext>
            </a:extLst>
          </p:cNvPr>
          <p:cNvSpPr/>
          <p:nvPr/>
        </p:nvSpPr>
        <p:spPr>
          <a:xfrm>
            <a:off x="-10080" y="0"/>
            <a:ext cx="4069440" cy="6857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77" name="PlaceHolder 1"/>
          <p:cNvSpPr>
            <a:spLocks noGrp="1"/>
          </p:cNvSpPr>
          <p:nvPr>
            <p:ph type="title"/>
          </p:nvPr>
        </p:nvSpPr>
        <p:spPr>
          <a:xfrm>
            <a:off x="309960" y="640080"/>
            <a:ext cx="3429360" cy="561276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java Programming Project Presentation</a:t>
            </a:r>
            <a:endParaRPr b="0" lang="en-US" sz="5000" strike="noStrike" u="none">
              <a:solidFill>
                <a:schemeClr val="dk1"/>
              </a:solidFill>
              <a:effectLst/>
              <a:uFillTx/>
              <a:latin typeface="Tw Cen MT"/>
            </a:endParaRPr>
          </a:p>
        </p:txBody>
      </p:sp>
      <p:sp>
        <p:nvSpPr>
          <p:cNvPr id="78" name="PlaceHolder 2"/>
          <p:cNvSpPr>
            <a:spLocks noGrp="1"/>
          </p:cNvSpPr>
          <p:nvPr>
            <p:ph/>
          </p:nvPr>
        </p:nvSpPr>
        <p:spPr>
          <a:xfrm>
            <a:off x="4699800" y="2106360"/>
            <a:ext cx="7171920" cy="374472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Project Title: </a:t>
            </a:r>
            <a:r>
              <a:rPr b="0" lang="en-US" sz="1800" strike="noStrike" u="none">
                <a:solidFill>
                  <a:schemeClr val="dk1"/>
                </a:solidFill>
                <a:effectLst/>
                <a:uFillTx/>
                <a:latin typeface="Tw Cen MT"/>
                <a:ea typeface="ArialMT"/>
              </a:rPr>
              <a:t>Visitor Entry Logging and Security Monitoring System</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Course: Mini Project</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Student Name &amp; Roll No: Pratham.S &amp; 25bcs139</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Department: Computer Science </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chemeClr val="dk1"/>
                </a:solidFill>
                <a:effectLst/>
                <a:uFillTx/>
                <a:latin typeface="Tw Cen MT"/>
              </a:rPr>
              <a:t>Mentor / Guide: Mr.Aravind</a:t>
            </a:r>
            <a:endParaRPr b="0" lang="en-US" sz="1800" strike="noStrike" u="none">
              <a:solidFill>
                <a:schemeClr val="dk1"/>
              </a:solidFill>
              <a:effectLst/>
              <a:uFillTx/>
              <a:latin typeface="Tw Cen MT"/>
            </a:endParaRPr>
          </a:p>
        </p:txBody>
      </p:sp>
      <p:pic>
        <p:nvPicPr>
          <p:cNvPr id="79" name="Picture 5" descr="A blue and red logo&#10;&#10;AI-generated content may be incorrect."/>
          <p:cNvPicPr/>
          <p:nvPr/>
        </p:nvPicPr>
        <p:blipFill>
          <a:blip r:embed="rId1"/>
          <a:stretch/>
        </p:blipFill>
        <p:spPr>
          <a:xfrm>
            <a:off x="4699800" y="233280"/>
            <a:ext cx="6743520" cy="16855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1"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2"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Introduction</a:t>
            </a:r>
            <a:endParaRPr b="0" lang="en-US" sz="5000" strike="noStrike" u="none">
              <a:solidFill>
                <a:schemeClr val="dk1"/>
              </a:solidFill>
              <a:effectLst/>
              <a:uFillTx/>
              <a:latin typeface="Tw Cen MT"/>
            </a:endParaRPr>
          </a:p>
        </p:txBody>
      </p:sp>
      <p:sp>
        <p:nvSpPr>
          <p:cNvPr id="83"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84"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85"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The Visitor Entry Logging and Security Monitoring System is a Java-based application developed using the Java Swing framework. It helps organizations maintain visitor records digitally instead of using manual registers. The system includes login authentication, visitor entry form, date and time tracking, mobile number validation, and search functionality. This application improves security monitoring and ensures proper tracking of visitors entering an organization. It is useful for offices, colleges, and small businesses.</a:t>
            </a:r>
            <a:endParaRPr b="0" lang="en-US" sz="18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86" name="Picture 6"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87"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89"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0"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Objective</a:t>
            </a:r>
            <a:endParaRPr b="0" lang="en-US" sz="5000" strike="noStrike" u="none">
              <a:solidFill>
                <a:schemeClr val="dk1"/>
              </a:solidFill>
              <a:effectLst/>
              <a:uFillTx/>
              <a:latin typeface="Tw Cen MT"/>
            </a:endParaRPr>
          </a:p>
        </p:txBody>
      </p:sp>
      <p:sp>
        <p:nvSpPr>
          <p:cNvPr id="91"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92"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93"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design a GUI-based visitor entry system</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implement login authentication</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record visitor details</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capture date and time automatically</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validate mobile numbers</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To search visitor records efficiently </a:t>
            </a:r>
            <a:endParaRPr b="0" lang="en-US" sz="1800" strike="noStrike" u="none">
              <a:solidFill>
                <a:schemeClr val="dk1"/>
              </a:solidFill>
              <a:effectLst/>
              <a:uFillTx/>
              <a:latin typeface="Tw Cen MT"/>
            </a:endParaRPr>
          </a:p>
        </p:txBody>
      </p:sp>
      <p:pic>
        <p:nvPicPr>
          <p:cNvPr id="94"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95"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7"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98"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Problem Statement</a:t>
            </a:r>
            <a:endParaRPr b="0" lang="en-US" sz="5000" strike="noStrike" u="none">
              <a:solidFill>
                <a:schemeClr val="dk1"/>
              </a:solidFill>
              <a:effectLst/>
              <a:uFillTx/>
              <a:latin typeface="Tw Cen MT"/>
            </a:endParaRPr>
          </a:p>
        </p:txBody>
      </p:sp>
      <p:sp>
        <p:nvSpPr>
          <p:cNvPr id="99"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00"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01"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000" strike="noStrike" u="none">
                <a:solidFill>
                  <a:srgbClr val="ffffff"/>
                </a:solidFill>
                <a:effectLst/>
                <a:uFillTx/>
                <a:latin typeface="Tw Cen MT"/>
              </a:rPr>
              <a:t>Manual visitor registers are:</a:t>
            </a:r>
            <a:endParaRPr b="0" lang="en-US" sz="40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Time-consuming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Difficult to maintain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Hard to search records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Prone to data loss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3600" strike="noStrike" u="none">
                <a:solidFill>
                  <a:srgbClr val="ffffff"/>
                </a:solidFill>
                <a:effectLst/>
                <a:uFillTx/>
                <a:latin typeface="Tw Cen MT"/>
              </a:rPr>
              <a:t>No proper system to:</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Track visitor details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Record entry time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Validate mobile numbers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Search visitor information </a:t>
            </a:r>
            <a:endParaRPr b="0" lang="en-US" sz="36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3600" strike="noStrike" u="none">
                <a:solidFill>
                  <a:srgbClr val="ffffff"/>
                </a:solidFill>
                <a:effectLst/>
                <a:uFillTx/>
                <a:latin typeface="Tw Cen MT"/>
              </a:rPr>
              <a:t>This project solves these issues using automation.</a:t>
            </a:r>
            <a:endParaRPr b="0" lang="en-US" sz="36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02"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03"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05"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06"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System Requirements</a:t>
            </a:r>
            <a:endParaRPr b="0" lang="en-US" sz="5000" strike="noStrike" u="none">
              <a:solidFill>
                <a:schemeClr val="dk1"/>
              </a:solidFill>
              <a:effectLst/>
              <a:uFillTx/>
              <a:latin typeface="Tw Cen MT"/>
            </a:endParaRPr>
          </a:p>
        </p:txBody>
      </p:sp>
      <p:sp>
        <p:nvSpPr>
          <p:cNvPr id="107"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08"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09"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92500" lnSpcReduction="19999"/>
          </a:bodyPr>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IN" sz="1500" strike="noStrike" u="none">
                <a:solidFill>
                  <a:srgbClr val="ffffff"/>
                </a:solidFill>
                <a:effectLst/>
                <a:uFillTx/>
                <a:latin typeface="Tw Cen MT"/>
              </a:rPr>
              <a:t>Hardware Requirements:</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Processor: Intel i3 or higher</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RAM: 4GB minimum</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Storage: 500MB </a:t>
            </a:r>
            <a:endParaRPr b="0" lang="en-US" sz="1500" strike="noStrike" u="none">
              <a:solidFill>
                <a:schemeClr val="dk1"/>
              </a:solidFill>
              <a:effectLst/>
              <a:uFillTx/>
              <a:latin typeface="Tw Cen MT"/>
            </a:endParaRPr>
          </a:p>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IN" sz="1500" strike="noStrike" u="none">
                <a:solidFill>
                  <a:srgbClr val="ffffff"/>
                </a:solidFill>
                <a:effectLst/>
                <a:uFillTx/>
                <a:latin typeface="Tw Cen MT"/>
              </a:rPr>
              <a:t>Software Requirements:</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 OS: Windows / Linux</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Language: Java</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IN" sz="1500" strike="noStrike" u="none">
                <a:solidFill>
                  <a:srgbClr val="ffffff"/>
                </a:solidFill>
                <a:effectLst/>
                <a:uFillTx/>
                <a:latin typeface="Tw Cen MT"/>
              </a:rPr>
              <a:t>IDE: Eclipse / IntelliJ / NetBeans </a:t>
            </a:r>
            <a:endParaRPr b="0" lang="en-US" sz="1500" strike="noStrike" u="none">
              <a:solidFill>
                <a:schemeClr val="dk1"/>
              </a:solidFill>
              <a:effectLst/>
              <a:uFillTx/>
              <a:latin typeface="Tw Cen MT"/>
            </a:endParaRPr>
          </a:p>
        </p:txBody>
      </p:sp>
      <p:pic>
        <p:nvPicPr>
          <p:cNvPr id="110"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11"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3"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14"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System Design</a:t>
            </a:r>
            <a:endParaRPr b="0" lang="en-US" sz="5000" strike="noStrike" u="none">
              <a:solidFill>
                <a:schemeClr val="dk1"/>
              </a:solidFill>
              <a:effectLst/>
              <a:uFillTx/>
              <a:latin typeface="Tw Cen MT"/>
            </a:endParaRPr>
          </a:p>
        </p:txBody>
      </p:sp>
      <p:sp>
        <p:nvSpPr>
          <p:cNvPr id="115"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16"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17" name="PlaceHolder 2"/>
          <p:cNvSpPr>
            <a:spLocks noGrp="1"/>
          </p:cNvSpPr>
          <p:nvPr>
            <p:ph/>
          </p:nvPr>
        </p:nvSpPr>
        <p:spPr>
          <a:xfrm>
            <a:off x="3417120" y="2025720"/>
            <a:ext cx="7922880" cy="355428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1" lang="en-US" sz="4200" strike="noStrike" u="none">
                <a:solidFill>
                  <a:srgbClr val="ffffff"/>
                </a:solidFill>
                <a:effectLst/>
                <a:uFillTx/>
                <a:latin typeface="Tw Cen MT"/>
              </a:rPr>
              <a:t>The system consists of:</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Login Page </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Visitor Entry Form </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Table Display </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Search Module </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1" lang="en-US" sz="4200" strike="noStrike" u="none">
                <a:solidFill>
                  <a:srgbClr val="ffffff"/>
                </a:solidFill>
                <a:effectLst/>
                <a:uFillTx/>
                <a:latin typeface="Tw Cen MT"/>
              </a:rPr>
              <a:t>Workflow:</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User logs in</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Enters visitor details</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System captures date &amp; time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Adds entry to table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Symbol" charset="2"/>
              <a:buChar char=""/>
            </a:pPr>
            <a:r>
              <a:rPr b="0" lang="en-US" sz="4200" strike="noStrike" u="none">
                <a:solidFill>
                  <a:srgbClr val="ffffff"/>
                </a:solidFill>
                <a:effectLst/>
                <a:uFillTx/>
                <a:latin typeface="Tw Cen MT"/>
              </a:rPr>
              <a:t>User searches visitor records</a:t>
            </a:r>
            <a:endParaRPr b="0" lang="en-US" sz="42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18"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19"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1"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2"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Module Description</a:t>
            </a:r>
            <a:endParaRPr b="0" lang="en-US" sz="5000" strike="noStrike" u="none">
              <a:solidFill>
                <a:schemeClr val="dk1"/>
              </a:solidFill>
              <a:effectLst/>
              <a:uFillTx/>
              <a:latin typeface="Tw Cen MT"/>
            </a:endParaRPr>
          </a:p>
        </p:txBody>
      </p:sp>
      <p:sp>
        <p:nvSpPr>
          <p:cNvPr id="123"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24"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25" name="PlaceHolder 2"/>
          <p:cNvSpPr>
            <a:spLocks noGrp="1"/>
          </p:cNvSpPr>
          <p:nvPr>
            <p:ph/>
          </p:nvPr>
        </p:nvSpPr>
        <p:spPr>
          <a:xfrm>
            <a:off x="3417120" y="2025720"/>
            <a:ext cx="7922880" cy="355428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Login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Validates username and password</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Input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Collects visitor name, mobile number, and purpose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Time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Displays current date and time automatically</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Validation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Validates mobile number (10 digits)</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Storage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Stores visitor details in table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Search Module</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Searches visitor by name or mobile</a:t>
            </a:r>
            <a:endParaRPr b="0" lang="en-US" sz="42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26"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27"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29"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0"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Algorithm / Flowchart</a:t>
            </a:r>
            <a:endParaRPr b="0" lang="en-US" sz="5000" strike="noStrike" u="none">
              <a:solidFill>
                <a:schemeClr val="dk1"/>
              </a:solidFill>
              <a:effectLst/>
              <a:uFillTx/>
              <a:latin typeface="Tw Cen MT"/>
            </a:endParaRPr>
          </a:p>
        </p:txBody>
      </p:sp>
      <p:sp>
        <p:nvSpPr>
          <p:cNvPr id="131"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32"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33"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70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 Start</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Login validation</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Enter visitor details</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Capture date and time</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Validate mobile number</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Add entry to table</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Search visitor if required</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Display result</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AutoNum type="arabicParenR"/>
            </a:pPr>
            <a:r>
              <a:rPr b="0" lang="en-US" sz="1800" strike="noStrike" u="none">
                <a:solidFill>
                  <a:srgbClr val="ffffff"/>
                </a:solidFill>
                <a:effectLst/>
                <a:uFillTx/>
                <a:latin typeface="Tw Cen MT"/>
              </a:rPr>
              <a:t>Stop </a:t>
            </a:r>
            <a:endParaRPr b="0" lang="en-US" sz="1800" strike="noStrike" u="none">
              <a:solidFill>
                <a:schemeClr val="dk1"/>
              </a:solidFill>
              <a:effectLst/>
              <a:uFillTx/>
              <a:latin typeface="Tw Cen MT"/>
            </a:endParaRPr>
          </a:p>
        </p:txBody>
      </p:sp>
      <p:pic>
        <p:nvPicPr>
          <p:cNvPr id="134"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35"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pic>
        <p:nvPicPr>
          <p:cNvPr id="136" name="" descr=""/>
          <p:cNvPicPr/>
          <p:nvPr/>
        </p:nvPicPr>
        <p:blipFill>
          <a:blip r:embed="rId2"/>
          <a:stretch/>
        </p:blipFill>
        <p:spPr>
          <a:xfrm>
            <a:off x="7776000" y="2047320"/>
            <a:ext cx="2664000" cy="3996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8"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39"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Implementation</a:t>
            </a:r>
            <a:endParaRPr b="0" lang="en-US" sz="5000" strike="noStrike" u="none">
              <a:solidFill>
                <a:schemeClr val="dk1"/>
              </a:solidFill>
              <a:effectLst/>
              <a:uFillTx/>
              <a:latin typeface="Tw Cen MT"/>
            </a:endParaRPr>
          </a:p>
        </p:txBody>
      </p:sp>
      <p:sp>
        <p:nvSpPr>
          <p:cNvPr id="140"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41"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42" name="PlaceHolder 2"/>
          <p:cNvSpPr>
            <a:spLocks noGrp="1"/>
          </p:cNvSpPr>
          <p:nvPr>
            <p:ph/>
          </p:nvPr>
        </p:nvSpPr>
        <p:spPr>
          <a:xfrm>
            <a:off x="3417120" y="2160000"/>
            <a:ext cx="7922880" cy="355428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Technologies used:</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Java Swing GUI</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Event Handling</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JTable &amp; DefaultTableModel</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Features implemented:</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Login authentication</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Visitor entry form</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Date &amp; time tracking</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Mobile validation</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Search functionality</a:t>
            </a:r>
            <a:endParaRPr b="0" lang="en-US" sz="4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200" strike="noStrike" u="none">
                <a:solidFill>
                  <a:srgbClr val="ffffff"/>
                </a:solidFill>
                <a:effectLst/>
                <a:uFillTx/>
                <a:latin typeface="Tw Cen MT"/>
              </a:rPr>
              <a:t>Table display</a:t>
            </a:r>
            <a:endParaRPr b="0" lang="en-US" sz="42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43"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44"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6"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47"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Output Screens</a:t>
            </a:r>
            <a:endParaRPr b="0" lang="en-US" sz="5000" strike="noStrike" u="none">
              <a:solidFill>
                <a:schemeClr val="dk1"/>
              </a:solidFill>
              <a:effectLst/>
              <a:uFillTx/>
              <a:latin typeface="Tw Cen MT"/>
            </a:endParaRPr>
          </a:p>
        </p:txBody>
      </p:sp>
      <p:sp>
        <p:nvSpPr>
          <p:cNvPr id="148"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49"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50"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51"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52"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pic>
        <p:nvPicPr>
          <p:cNvPr id="153" name="" descr=""/>
          <p:cNvPicPr/>
          <p:nvPr/>
        </p:nvPicPr>
        <p:blipFill>
          <a:blip r:embed="rId2"/>
          <a:stretch/>
        </p:blipFill>
        <p:spPr>
          <a:xfrm>
            <a:off x="3060000" y="3060000"/>
            <a:ext cx="2764800" cy="1492200"/>
          </a:xfrm>
          <a:prstGeom prst="rect">
            <a:avLst/>
          </a:prstGeom>
          <a:noFill/>
          <a:ln w="0">
            <a:noFill/>
          </a:ln>
        </p:spPr>
      </p:pic>
      <p:pic>
        <p:nvPicPr>
          <p:cNvPr id="154" name="" descr=""/>
          <p:cNvPicPr/>
          <p:nvPr/>
        </p:nvPicPr>
        <p:blipFill>
          <a:blip r:embed="rId3"/>
          <a:stretch/>
        </p:blipFill>
        <p:spPr>
          <a:xfrm>
            <a:off x="6480000" y="2287800"/>
            <a:ext cx="4956480" cy="30855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Rectangle 7">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56" name="Rectangle 9">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57"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Results &amp; Discussion</a:t>
            </a:r>
            <a:endParaRPr b="0" lang="en-US" sz="5000" strike="noStrike" u="none">
              <a:solidFill>
                <a:schemeClr val="dk1"/>
              </a:solidFill>
              <a:effectLst/>
              <a:uFillTx/>
              <a:latin typeface="Tw Cen MT"/>
            </a:endParaRPr>
          </a:p>
        </p:txBody>
      </p:sp>
      <p:sp>
        <p:nvSpPr>
          <p:cNvPr id="158" name="Rectangle 11">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59" name="Straight Connector 13">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60"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250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Successfully created visitor entry system.</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Users can:</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Add visitor entries</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Track date and time</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Search visitor records</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Challenges faced:</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GUI layout design</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Timer implementation</a:t>
            </a:r>
            <a:endParaRPr b="0" lang="en-US" sz="4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4800" strike="noStrike" u="none">
                <a:solidFill>
                  <a:srgbClr val="ffffff"/>
                </a:solidFill>
                <a:effectLst/>
                <a:uFillTx/>
                <a:latin typeface="Tw Cen MT"/>
              </a:rPr>
              <a:t>System improves visitor management efficiency.</a:t>
            </a:r>
            <a:endParaRPr b="0" lang="en-US" sz="48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61"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62"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64"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65"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Conclusion &amp; Future Enhancement</a:t>
            </a:r>
            <a:endParaRPr b="0" lang="en-US" sz="5000" strike="noStrike" u="none">
              <a:solidFill>
                <a:schemeClr val="dk1"/>
              </a:solidFill>
              <a:effectLst/>
              <a:uFillTx/>
              <a:latin typeface="Tw Cen MT"/>
            </a:endParaRPr>
          </a:p>
        </p:txBody>
      </p:sp>
      <p:sp>
        <p:nvSpPr>
          <p:cNvPr id="166"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67"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68"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77500" lnSpcReduction="19999"/>
          </a:bodyPr>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500" strike="noStrike" u="none">
                <a:solidFill>
                  <a:srgbClr val="ffffff"/>
                </a:solidFill>
                <a:effectLst/>
                <a:uFillTx/>
                <a:latin typeface="Tw Cen MT"/>
              </a:rPr>
              <a:t>Conclusion:</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Project meets objectives</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Improved GUI programming knowledge</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Provides secure visitor logging </a:t>
            </a:r>
            <a:endParaRPr b="0" lang="en-US" sz="1500" strike="noStrike" u="none">
              <a:solidFill>
                <a:schemeClr val="dk1"/>
              </a:solidFill>
              <a:effectLst/>
              <a:uFillTx/>
              <a:latin typeface="Tw Cen MT"/>
            </a:endParaRPr>
          </a:p>
          <a:p>
            <a:pPr indent="0" defTabSz="914400">
              <a:lnSpc>
                <a:spcPct val="90000"/>
              </a:lnSpc>
              <a:spcBef>
                <a:spcPts val="1199"/>
              </a:spcBef>
              <a:spcAft>
                <a:spcPts val="201"/>
              </a:spcAft>
              <a:buNone/>
            </a:pPr>
            <a:endParaRPr b="0" lang="en-US" sz="15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500" strike="noStrike" u="none">
                <a:solidFill>
                  <a:srgbClr val="ffffff"/>
                </a:solidFill>
                <a:effectLst/>
                <a:uFillTx/>
                <a:latin typeface="Tw Cen MT"/>
              </a:rPr>
              <a:t>Future Enhancements:</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 Add database support</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Add photo capture</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Add exit time tracking</a:t>
            </a:r>
            <a:endParaRPr b="0" lang="en-US" sz="15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500" strike="noStrike" u="none">
                <a:solidFill>
                  <a:srgbClr val="ffffff"/>
                </a:solidFill>
                <a:effectLst/>
                <a:uFillTx/>
                <a:latin typeface="Tw Cen MT"/>
              </a:rPr>
              <a:t>Generate visitor reports </a:t>
            </a:r>
            <a:endParaRPr b="0" lang="en-US" sz="1500" strike="noStrike" u="none">
              <a:solidFill>
                <a:schemeClr val="dk1"/>
              </a:solidFill>
              <a:effectLst/>
              <a:uFillTx/>
              <a:latin typeface="Tw Cen MT"/>
            </a:endParaRPr>
          </a:p>
        </p:txBody>
      </p:sp>
      <p:pic>
        <p:nvPicPr>
          <p:cNvPr id="169"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70"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72" name="Rectangle 5">
            <a:extLst>
              <a:ext uri="{C183D7F6-B498-43B3-948B-1728B52AA6E4}">
                <adec:decorative xmlns:adec="http://schemas.microsoft.com/office/drawing/2017/decorative" val="1"/>
              </a:ext>
            </a:extLst>
          </p:cNvPr>
          <p:cNvSpPr/>
          <p:nvPr/>
        </p:nvSpPr>
        <p:spPr>
          <a:xfrm>
            <a:off x="2772720" y="484560"/>
            <a:ext cx="8947800" cy="58806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73" name="PlaceHolder 1"/>
          <p:cNvSpPr>
            <a:spLocks noGrp="1"/>
          </p:cNvSpPr>
          <p:nvPr>
            <p:ph type="title"/>
          </p:nvPr>
        </p:nvSpPr>
        <p:spPr>
          <a:xfrm>
            <a:off x="3469320" y="788400"/>
            <a:ext cx="79228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References / Acknowledgement</a:t>
            </a:r>
            <a:endParaRPr b="0" lang="en-US" sz="5000" strike="noStrike" u="none">
              <a:solidFill>
                <a:schemeClr val="dk1"/>
              </a:solidFill>
              <a:effectLst/>
              <a:uFillTx/>
              <a:latin typeface="Tw Cen MT"/>
            </a:endParaRPr>
          </a:p>
        </p:txBody>
      </p:sp>
      <p:sp>
        <p:nvSpPr>
          <p:cNvPr id="174" name="Rectangle 6">
            <a:extLst>
              <a:ext uri="{C183D7F6-B498-43B3-948B-1728B52AA6E4}">
                <adec:decorative xmlns:adec="http://schemas.microsoft.com/office/drawing/2017/decorative" val="1"/>
              </a:ext>
            </a:extLst>
          </p:cNvPr>
          <p:cNvSpPr/>
          <p:nvPr/>
        </p:nvSpPr>
        <p:spPr>
          <a:xfrm>
            <a:off x="475200" y="484560"/>
            <a:ext cx="2128680" cy="5880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cxnSp>
        <p:nvCxnSpPr>
          <p:cNvPr id="175" name="Straight Connector 8">
            <a:extLst>
              <a:ext uri="{C183D7F6-B498-43B3-948B-1728B52AA6E4}">
                <adec:decorative xmlns:adec="http://schemas.microsoft.com/office/drawing/2017/decorative" val="1"/>
              </a:ext>
            </a:extLst>
          </p:cNvPr>
          <p:cNvCxnSpPr/>
          <p:nvPr/>
        </p:nvCxnSpPr>
        <p:spPr>
          <a:xfrm flipV="1">
            <a:off x="3206880" y="1029240"/>
            <a:ext cx="360" cy="914760"/>
          </a:xfrm>
          <a:prstGeom prst="straightConnector1">
            <a:avLst/>
          </a:prstGeom>
          <a:ln w="19050">
            <a:solidFill>
              <a:schemeClr val="accent1">
                <a:alpha val="80000"/>
              </a:schemeClr>
            </a:solidFill>
            <a:round/>
          </a:ln>
        </p:spPr>
      </p:cxnSp>
      <p:sp>
        <p:nvSpPr>
          <p:cNvPr id="176" name="PlaceHolder 2"/>
          <p:cNvSpPr>
            <a:spLocks noGrp="1"/>
          </p:cNvSpPr>
          <p:nvPr>
            <p:ph/>
          </p:nvPr>
        </p:nvSpPr>
        <p:spPr>
          <a:xfrm>
            <a:off x="3469320" y="2489040"/>
            <a:ext cx="7922880" cy="3554280"/>
          </a:xfrm>
          <a:prstGeom prst="rect">
            <a:avLst/>
          </a:prstGeom>
          <a:noFill/>
          <a:ln w="0">
            <a:noFill/>
          </a:ln>
        </p:spPr>
        <p:txBody>
          <a:bodyPr lIns="45720" rIns="45720" tIns="45720" bIns="45720" anchor="t">
            <a:normAutofit fontScale="92500" lnSpcReduction="19999"/>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References:</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Java Programming – E. Balagurusamy</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Oracle Java Documentation</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Online tutorials </a:t>
            </a:r>
            <a:endParaRPr b="0" lang="en-US" sz="1800" strike="noStrike" u="none">
              <a:solidFill>
                <a:schemeClr val="dk1"/>
              </a:solidFill>
              <a:effectLst/>
              <a:uFillTx/>
              <a:latin typeface="Tw Cen MT"/>
            </a:endParaRPr>
          </a:p>
          <a:p>
            <a:pPr indent="0" defTabSz="914400">
              <a:lnSpc>
                <a:spcPct val="90000"/>
              </a:lnSpc>
              <a:spcBef>
                <a:spcPts val="1199"/>
              </a:spcBef>
              <a:spcAft>
                <a:spcPts val="201"/>
              </a:spcAft>
              <a:buNone/>
            </a:pP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Acknowledgement:</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Thanks to guide and department</a:t>
            </a:r>
            <a:endParaRPr b="0" lang="en-US" sz="1800" strike="noStrike" u="none">
              <a:solidFill>
                <a:schemeClr val="dk1"/>
              </a:solidFill>
              <a:effectLst/>
              <a:uFillTx/>
              <a:latin typeface="Tw Cen MT"/>
            </a:endParaRPr>
          </a:p>
          <a:p>
            <a:pPr marL="91440" indent="-91440" defTabSz="914400">
              <a:lnSpc>
                <a:spcPct val="90000"/>
              </a:lnSpc>
              <a:spcBef>
                <a:spcPts val="1191"/>
              </a:spcBef>
              <a:spcAft>
                <a:spcPts val="992"/>
              </a:spcAft>
              <a:buClr>
                <a:srgbClr val="1cade4"/>
              </a:buClr>
              <a:buFont typeface="Tw Cen MT"/>
              <a:buChar char=" "/>
            </a:pPr>
            <a:r>
              <a:rPr b="0" lang="en-US" sz="1800" strike="noStrike" u="none">
                <a:solidFill>
                  <a:srgbClr val="ffffff"/>
                </a:solidFill>
                <a:effectLst/>
                <a:uFillTx/>
                <a:latin typeface="Tw Cen MT"/>
              </a:rPr>
              <a:t>Special thanks to friends</a:t>
            </a:r>
            <a:endParaRPr b="0" lang="en-US" sz="1800" strike="noStrike" u="none">
              <a:solidFill>
                <a:schemeClr val="dk1"/>
              </a:solidFill>
              <a:effectLst/>
              <a:uFillTx/>
              <a:latin typeface="Tw Cen MT"/>
            </a:endParaRPr>
          </a:p>
          <a:p>
            <a:pPr marL="91440" indent="0" defTabSz="914400">
              <a:lnSpc>
                <a:spcPct val="90000"/>
              </a:lnSpc>
              <a:spcBef>
                <a:spcPts val="1191"/>
              </a:spcBef>
              <a:spcAft>
                <a:spcPts val="992"/>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p:txBody>
      </p:sp>
      <p:pic>
        <p:nvPicPr>
          <p:cNvPr id="177" name="Picture 3" descr="A blue and red logo&#10;&#10;AI-generated content may be incorrect."/>
          <p:cNvPicPr/>
          <p:nvPr/>
        </p:nvPicPr>
        <p:blipFill>
          <a:blip r:embed="rId1"/>
          <a:stretch/>
        </p:blipFill>
        <p:spPr>
          <a:xfrm>
            <a:off x="566280" y="654840"/>
            <a:ext cx="1877760" cy="469080"/>
          </a:xfrm>
          <a:prstGeom prst="rect">
            <a:avLst/>
          </a:prstGeom>
          <a:noFill/>
          <a:ln w="0">
            <a:noFill/>
          </a:ln>
        </p:spPr>
      </p:pic>
      <p:sp>
        <p:nvSpPr>
          <p:cNvPr id="178" name="Title 1"/>
          <p:cNvSpPr/>
          <p:nvPr/>
        </p:nvSpPr>
        <p:spPr>
          <a:xfrm>
            <a:off x="566280" y="590040"/>
            <a:ext cx="1877760" cy="5612760"/>
          </a:xfrm>
          <a:prstGeom prst="rect">
            <a:avLst/>
          </a:prstGeom>
          <a:noFill/>
          <a:ln w="0">
            <a:noFill/>
          </a:ln>
        </p:spPr>
        <p:style>
          <a:lnRef idx="0"/>
          <a:fillRef idx="0"/>
          <a:effectRef idx="0"/>
          <a:fontRef idx="minor"/>
        </p:style>
        <p:txBody>
          <a:bodyPr anchor="ctr">
            <a:normAutofit/>
          </a:bodyPr>
          <a:p>
            <a:pPr defTabSz="914400">
              <a:lnSpc>
                <a:spcPct val="80000"/>
              </a:lnSpc>
            </a:pPr>
            <a:r>
              <a:rPr b="0" lang="en-IN" sz="2000" spc="99" strike="noStrike" u="none" cap="all">
                <a:solidFill>
                  <a:srgbClr val="ffffff"/>
                </a:solidFill>
                <a:effectLst/>
                <a:uFillTx/>
                <a:latin typeface="Tw Cen MT Condensed"/>
              </a:rPr>
              <a:t>JAVA Programming Project Presentation</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Rectangle 4">
            <a:extLst>
              <a:ext uri="{C183D7F6-B498-43B3-948B-1728B52AA6E4}">
                <adec:decorative xmlns:adec="http://schemas.microsoft.com/office/drawing/2017/decorative" val="1"/>
              </a:ext>
            </a:extLst>
          </p:cNvPr>
          <p:cNvSpPr/>
          <p:nvPr/>
        </p:nvSpPr>
        <p:spPr>
          <a:xfrm>
            <a:off x="0" y="0"/>
            <a:ext cx="12191760" cy="685764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80" name="Rectangle 5">
            <a:extLst>
              <a:ext uri="{C183D7F6-B498-43B3-948B-1728B52AA6E4}">
                <adec:decorative xmlns:adec="http://schemas.microsoft.com/office/drawing/2017/decorative" val="1"/>
              </a:ext>
            </a:extLst>
          </p:cNvPr>
          <p:cNvSpPr/>
          <p:nvPr/>
        </p:nvSpPr>
        <p:spPr>
          <a:xfrm>
            <a:off x="327600" y="321840"/>
            <a:ext cx="11550960" cy="621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Tw Cen MT"/>
            </a:endParaRPr>
          </a:p>
        </p:txBody>
      </p:sp>
      <p:sp>
        <p:nvSpPr>
          <p:cNvPr id="181" name="PlaceHolder 1"/>
          <p:cNvSpPr>
            <a:spLocks noGrp="1"/>
          </p:cNvSpPr>
          <p:nvPr>
            <p:ph type="title"/>
          </p:nvPr>
        </p:nvSpPr>
        <p:spPr>
          <a:xfrm>
            <a:off x="1024200" y="585360"/>
            <a:ext cx="10329480" cy="1499400"/>
          </a:xfrm>
          <a:prstGeom prst="rect">
            <a:avLst/>
          </a:prstGeom>
          <a:noFill/>
          <a:ln w="0">
            <a:noFill/>
          </a:ln>
        </p:spPr>
        <p:txBody>
          <a:bodyPr lIns="91440" rIns="91440" tIns="45720" bIns="45720" anchor="ctr">
            <a:normAutofit/>
          </a:bodyPr>
          <a:p>
            <a:pPr indent="0" defTabSz="914400">
              <a:lnSpc>
                <a:spcPct val="80000"/>
              </a:lnSpc>
              <a:buNone/>
            </a:pPr>
            <a:r>
              <a:rPr b="0" lang="en-IN" sz="5000" spc="99" strike="noStrike" u="none" cap="all">
                <a:solidFill>
                  <a:srgbClr val="ffffff"/>
                </a:solidFill>
                <a:effectLst/>
                <a:uFillTx/>
                <a:latin typeface="Tw Cen MT Condensed"/>
              </a:rPr>
              <a:t>Thank You</a:t>
            </a:r>
            <a:endParaRPr b="0" lang="en-US" sz="5000" strike="noStrike" u="none">
              <a:solidFill>
                <a:schemeClr val="dk1"/>
              </a:solidFill>
              <a:effectLst/>
              <a:uFillTx/>
              <a:latin typeface="Tw Cen MT"/>
            </a:endParaRPr>
          </a:p>
        </p:txBody>
      </p:sp>
      <p:cxnSp>
        <p:nvCxnSpPr>
          <p:cNvPr id="182" name="Straight Connector 11">
            <a:extLst>
              <a:ext uri="{C183D7F6-B498-43B3-948B-1728B52AA6E4}">
                <adec:decorative xmlns:adec="http://schemas.microsoft.com/office/drawing/2017/decorative" val="1"/>
              </a:ext>
            </a:extLst>
          </p:cNvPr>
          <p:cNvCxnSpPr/>
          <p:nvPr/>
        </p:nvCxnSpPr>
        <p:spPr>
          <a:xfrm flipV="1">
            <a:off x="761760" y="826200"/>
            <a:ext cx="360" cy="914760"/>
          </a:xfrm>
          <a:prstGeom prst="straightConnector1">
            <a:avLst/>
          </a:prstGeom>
          <a:ln w="19050">
            <a:solidFill>
              <a:srgbClr val="1cade4">
                <a:lumMod val="20000"/>
                <a:lumOff val="80000"/>
              </a:srgbClr>
            </a:solidFill>
            <a:round/>
          </a:ln>
        </p:spPr>
      </p:cxnSp>
      <p:sp>
        <p:nvSpPr>
          <p:cNvPr id="183" name="PlaceHolder 2"/>
          <p:cNvSpPr>
            <a:spLocks noGrp="1"/>
          </p:cNvSpPr>
          <p:nvPr>
            <p:ph/>
          </p:nvPr>
        </p:nvSpPr>
        <p:spPr>
          <a:xfrm>
            <a:off x="1024200" y="2286000"/>
            <a:ext cx="10329480" cy="3862440"/>
          </a:xfrm>
          <a:prstGeom prst="rect">
            <a:avLst/>
          </a:prstGeom>
          <a:noFill/>
          <a:ln w="0">
            <a:noFill/>
          </a:ln>
        </p:spPr>
        <p:txBody>
          <a:bodyPr lIns="45720" rIns="45720" tIns="45720" bIns="45720" anchor="t">
            <a:normAutofit/>
          </a:bodyPr>
          <a:p>
            <a:pPr indent="0" defTabSz="914400">
              <a:lnSpc>
                <a:spcPct val="90000"/>
              </a:lnSpc>
              <a:spcBef>
                <a:spcPts val="1199"/>
              </a:spcBef>
              <a:spcAft>
                <a:spcPts val="201"/>
              </a:spcAft>
              <a:buNone/>
            </a:pPr>
            <a:endParaRPr b="0" lang="en-US" sz="2200" strike="noStrike" u="none">
              <a:solidFill>
                <a:schemeClr val="dk1"/>
              </a:solidFill>
              <a:effectLst/>
              <a:uFillTx/>
              <a:latin typeface="Tw Cen MT"/>
            </a:endParaRPr>
          </a:p>
          <a:p>
            <a:pPr marL="91440" indent="0" defTabSz="914400">
              <a:lnSpc>
                <a:spcPct val="90000"/>
              </a:lnSpc>
              <a:spcBef>
                <a:spcPts val="1199"/>
              </a:spcBef>
              <a:spcAft>
                <a:spcPts val="201"/>
              </a:spcAft>
              <a:buNone/>
            </a:pPr>
            <a:r>
              <a:rPr b="0" lang="en-US" sz="1800" strike="noStrike" u="none">
                <a:solidFill>
                  <a:srgbClr val="ffffff"/>
                </a:solidFill>
                <a:effectLst/>
                <a:uFillTx/>
                <a:latin typeface="Tw Cen MT"/>
              </a:rPr>
              <a:t> </a:t>
            </a:r>
            <a:endParaRPr b="0" lang="en-US" sz="1800" strike="noStrike" u="none">
              <a:solidFill>
                <a:schemeClr val="dk1"/>
              </a:solidFill>
              <a:effectLst/>
              <a:uFillTx/>
              <a:latin typeface="Tw Cen MT"/>
            </a:endParaRPr>
          </a:p>
          <a:p>
            <a:pPr marL="91440" indent="-91440" defTabSz="914400">
              <a:lnSpc>
                <a:spcPct val="90000"/>
              </a:lnSpc>
              <a:spcBef>
                <a:spcPts val="1199"/>
              </a:spcBef>
              <a:spcAft>
                <a:spcPts val="201"/>
              </a:spcAft>
              <a:buClr>
                <a:srgbClr val="1cade4"/>
              </a:buClr>
              <a:buFont typeface="Tw Cen MT"/>
              <a:buChar char=" "/>
            </a:pPr>
            <a:r>
              <a:rPr b="0" lang="en-US" sz="1800" strike="noStrike" u="none">
                <a:solidFill>
                  <a:srgbClr val="ffffff"/>
                </a:solidFill>
                <a:effectLst/>
                <a:uFillTx/>
                <a:latin typeface="Tw Cen MT"/>
              </a:rPr>
              <a:t>Questions &amp; Discussions</a:t>
            </a:r>
            <a:endParaRPr b="0" lang="en-US" sz="1800" strike="noStrike" u="none">
              <a:solidFill>
                <a:schemeClr val="dk1"/>
              </a:solidFill>
              <a:effectLst/>
              <a:uFillTx/>
              <a:latin typeface="Tw Cen MT"/>
            </a:endParaRPr>
          </a:p>
        </p:txBody>
      </p:sp>
    </p:spTree>
  </p:cSld>
  <mc:AlternateContent>
    <mc:Choice Requires="p14">
      <p:transition spd="slow" p14:dur="2000"/>
    </mc:Choice>
    <mc:Fallback>
      <p:transition spd="slow"/>
    </mc:Fallback>
  </mc:AlternateContent>
</p:sld>
</file>

<file path=ppt/theme/_rels/theme1.xml.rels><?xml version="1.0" encoding="UTF-8"?>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pitchFamily="0" charset="1"/>
        <a:ea typeface=""/>
        <a:cs typeface=""/>
      </a:majorFont>
      <a:minorFont>
        <a:latin typeface="Tw Cen MT" panose="020B0602020104020603" pitchFamily="0" charset="1"/>
        <a:ea typeface=""/>
        <a:cs typeface=""/>
      </a:minorFont>
    </a:fontScheme>
    <a:fmtScheme>
      <a:fillStyleLst>
        <a:solidFill>
          <a:schemeClr val="phClr"/>
        </a:solidFill>
        <a:gradFill>
          <a:gsLst>
            <a:gs pos="0">
              <a:schemeClr val="phClr">
                <a:tint val="83000"/>
                <a:lumMod val="100000"/>
              </a:schemeClr>
            </a:gs>
            <a:gs pos="100000">
              <a:schemeClr val="phClr">
                <a:tint val="61000"/>
                <a:lumMod val="100000"/>
              </a:schemeClr>
            </a:gs>
          </a:gsLst>
          <a:path path="circle">
            <a:fillToRect l="100000" t="100000" r="100000" b="100000"/>
          </a:path>
          <a:tileRect l="0" t="0" r="0" b="0"/>
        </a:gradFill>
        <a:gradFill>
          <a:gsLst>
            <a:gs pos="0">
              <a:schemeClr val="phClr">
                <a:tint val="100000"/>
                <a:shade val="85000"/>
                <a:lumMod val="100000"/>
              </a:schemeClr>
            </a:gs>
            <a:gs pos="100000">
              <a:schemeClr val="phClr">
                <a:tint val="90000"/>
                <a:shade val="100000"/>
                <a:lumMod val="100000"/>
              </a:schemeClr>
            </a:gs>
          </a:gsLst>
          <a:path path="circle">
            <a:fillToRect l="100000" t="100000" r="100000" b="100000"/>
          </a:path>
          <a:tileRect l="0" t="0" r="0" b="0"/>
        </a:gradFill>
      </a:fillStyleLst>
      <a:lnStyleLst>
        <a:ln w="9525" cap="flat" cmpd="sng" algn="ctr">
          <a:prstDash val="solid"/>
        </a:ln>
        <a:ln w="15875" cap="flat" cmpd="sng" algn="ctr">
          <a:prstDash val="solid"/>
        </a:ln>
        <a:ln w="19050" cap="flat" cmpd="sng" algn="ctr">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hade val="85000"/>
          </a:schemeClr>
        </a:solidFill>
        <a:blipFill rotWithShape="1">
          <a:blip r:embed="rId1"/>
          <a:srcRect l="0" t="0" r="0" b="0"/>
          <a:tile tx="0" ty="0" sx="40000" sy="40000" flip="none" algn="tl"/>
        </a:blip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19</TotalTime>
  <Application>LibreOffice/25.2.7.2$Windows_X86_64 LibreOffice_project/5cbfd1ab6520636bb5f7b99185aa69bd7456825d</Application>
  <AppVersion>15.0000</AppVersion>
  <Words>487</Words>
  <Paragraphs>109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en-IN</dc:language>
  <cp:lastModifiedBy/>
  <dcterms:modified xsi:type="dcterms:W3CDTF">2026-04-11T14:27:50Z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14</vt:i4>
  </property>
</Properties>
</file>